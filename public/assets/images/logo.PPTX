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7520225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CC"/>
    <a:srgbClr val="FF3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106" y="1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28" y="1355149"/>
            <a:ext cx="35640169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0028" y="4349128"/>
            <a:ext cx="35640169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98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5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265" y="2064351"/>
            <a:ext cx="40986194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65" y="5541352"/>
            <a:ext cx="40986194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>
                    <a:tint val="82000"/>
                  </a:schemeClr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82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82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55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7015" y="2204273"/>
            <a:ext cx="20196096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57114" y="2204273"/>
            <a:ext cx="20196096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13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3205" y="440855"/>
            <a:ext cx="40986194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3207" y="2029849"/>
            <a:ext cx="20103281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3207" y="3024646"/>
            <a:ext cx="20103281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57114" y="2029849"/>
            <a:ext cx="20202285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057114" y="3024646"/>
            <a:ext cx="20202285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48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15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69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3207" y="552027"/>
            <a:ext cx="1532650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2285" y="1192225"/>
            <a:ext cx="2405711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3207" y="2484120"/>
            <a:ext cx="1532650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2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3207" y="552027"/>
            <a:ext cx="1532650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202285" y="1192225"/>
            <a:ext cx="2405711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73207" y="2484120"/>
            <a:ext cx="1532650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22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27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006661" y="440855"/>
            <a:ext cx="10246549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67015" y="440855"/>
            <a:ext cx="30145643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51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67016" y="440855"/>
            <a:ext cx="40986194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7016" y="2204273"/>
            <a:ext cx="40986194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67015" y="7674704"/>
            <a:ext cx="10692051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23C48-3F64-4E97-A6F0-31F3380F7031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41075" y="7674704"/>
            <a:ext cx="1603807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561159" y="7674704"/>
            <a:ext cx="10692051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97E97-D623-4C58-8189-1E31B5B855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5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2C1CD1-6709-190B-7BAB-CF4945399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0"/>
            <a:ext cx="8162268" cy="8297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B9C3F-675E-FA83-EBB6-E6EE9386E3DB}"/>
              </a:ext>
            </a:extLst>
          </p:cNvPr>
          <p:cNvSpPr txBox="1"/>
          <p:nvPr/>
        </p:nvSpPr>
        <p:spPr>
          <a:xfrm>
            <a:off x="9105900" y="-283281"/>
            <a:ext cx="34993297" cy="886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7500" b="1" dirty="0" err="1">
                <a:solidFill>
                  <a:schemeClr val="bg1"/>
                </a:solidFill>
              </a:rPr>
              <a:t>VirtuBANK</a:t>
            </a:r>
            <a:endParaRPr lang="fr-FR" sz="57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25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Dassoah Maixent Romuald OKOUMOU</dc:creator>
  <cp:lastModifiedBy>Dassoah Maixent Romuald OKOUMOU</cp:lastModifiedBy>
  <cp:revision>6</cp:revision>
  <dcterms:created xsi:type="dcterms:W3CDTF">2024-07-03T10:37:51Z</dcterms:created>
  <dcterms:modified xsi:type="dcterms:W3CDTF">2024-07-03T10:47:58Z</dcterms:modified>
</cp:coreProperties>
</file>