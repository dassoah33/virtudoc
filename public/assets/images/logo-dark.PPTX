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47625000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4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" d="100"/>
          <a:sy n="20" d="100"/>
        </p:scale>
        <p:origin x="106" y="1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53125" y="1001553"/>
            <a:ext cx="35718750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53125" y="3214319"/>
            <a:ext cx="35718750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7344-2BF3-48E8-B271-5C2D83F0F063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5C55-5974-4B12-B408-124D38605D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424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7344-2BF3-48E8-B271-5C2D83F0F063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5C55-5974-4B12-B408-124D38605D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010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9414" y="1525704"/>
            <a:ext cx="41076563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9414" y="4095459"/>
            <a:ext cx="41076563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82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82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82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82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82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82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82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7344-2BF3-48E8-B271-5C2D83F0F063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5C55-5974-4B12-B408-124D38605D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363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74219" y="1629117"/>
            <a:ext cx="20240625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110156" y="1629117"/>
            <a:ext cx="20240625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7344-2BF3-48E8-B271-5C2D83F0F063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5C55-5974-4B12-B408-124D38605D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460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0422" y="325824"/>
            <a:ext cx="41076563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0424" y="1500205"/>
            <a:ext cx="20147605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424" y="2235432"/>
            <a:ext cx="20147605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10156" y="1500205"/>
            <a:ext cx="20246828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110156" y="2235432"/>
            <a:ext cx="2024682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7344-2BF3-48E8-B271-5C2D83F0F063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5C55-5974-4B12-B408-124D38605D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09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7344-2BF3-48E8-B271-5C2D83F0F063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5C55-5974-4B12-B408-124D38605D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568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7344-2BF3-48E8-B271-5C2D83F0F063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5C55-5974-4B12-B408-124D38605D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50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0424" y="407988"/>
            <a:ext cx="1536030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46828" y="881140"/>
            <a:ext cx="24110156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0424" y="1835944"/>
            <a:ext cx="1536030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7344-2BF3-48E8-B271-5C2D83F0F063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5C55-5974-4B12-B408-124D38605D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131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0424" y="407988"/>
            <a:ext cx="1536030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246828" y="881140"/>
            <a:ext cx="24110156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0424" y="1835944"/>
            <a:ext cx="1536030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7344-2BF3-48E8-B271-5C2D83F0F063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5C55-5974-4B12-B408-124D38605D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7036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7344-2BF3-48E8-B271-5C2D83F0F063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5C55-5974-4B12-B408-124D38605D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178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081640" y="325823"/>
            <a:ext cx="10269141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74219" y="325823"/>
            <a:ext cx="30212109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7344-2BF3-48E8-B271-5C2D83F0F063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5C55-5974-4B12-B408-124D38605D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10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74219" y="325824"/>
            <a:ext cx="41076563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74219" y="1629117"/>
            <a:ext cx="41076563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74219" y="5672161"/>
            <a:ext cx="10715625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F7344-2BF3-48E8-B271-5C2D83F0F063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75781" y="5672161"/>
            <a:ext cx="1607343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635156" y="5672161"/>
            <a:ext cx="10715625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E5C55-5974-4B12-B408-124D38605D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27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AB488F6A-3CC8-CF8A-B7E5-CF3196E85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184"/>
            <a:ext cx="6124776" cy="62261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56E34F-25B3-37CC-803B-A68AE8343F0A}"/>
              </a:ext>
            </a:extLst>
          </p:cNvPr>
          <p:cNvSpPr txBox="1"/>
          <p:nvPr/>
        </p:nvSpPr>
        <p:spPr>
          <a:xfrm>
            <a:off x="6591300" y="-457200"/>
            <a:ext cx="29499550" cy="7478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0" b="1" dirty="0" err="1"/>
              <a:t>VirtuBANK</a:t>
            </a:r>
            <a:endParaRPr lang="fr-FR" sz="48000" b="1" dirty="0"/>
          </a:p>
        </p:txBody>
      </p:sp>
    </p:spTree>
    <p:extLst>
      <p:ext uri="{BB962C8B-B14F-4D97-AF65-F5344CB8AC3E}">
        <p14:creationId xmlns:p14="http://schemas.microsoft.com/office/powerpoint/2010/main" val="3198523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F2249AAD-AB86-3D6D-2AC6-8B438A6F3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184"/>
            <a:ext cx="6124776" cy="62261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4867F4-EA4C-4879-EC63-4549E5511206}"/>
              </a:ext>
            </a:extLst>
          </p:cNvPr>
          <p:cNvSpPr txBox="1"/>
          <p:nvPr/>
        </p:nvSpPr>
        <p:spPr>
          <a:xfrm>
            <a:off x="6591300" y="-457200"/>
            <a:ext cx="29499550" cy="7478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0" b="1" dirty="0" err="1">
                <a:solidFill>
                  <a:schemeClr val="bg1"/>
                </a:solidFill>
              </a:rPr>
              <a:t>VirtuBANK</a:t>
            </a:r>
            <a:endParaRPr lang="fr-FR" sz="4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544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2</Words>
  <Application>Microsoft Office PowerPoint</Application>
  <PresentationFormat>Custom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Dassoah Maixent Romuald OKOUMOU</dc:creator>
  <cp:lastModifiedBy>Dassoah Maixent Romuald OKOUMOU</cp:lastModifiedBy>
  <cp:revision>8</cp:revision>
  <dcterms:created xsi:type="dcterms:W3CDTF">2024-07-03T07:28:17Z</dcterms:created>
  <dcterms:modified xsi:type="dcterms:W3CDTF">2024-07-03T08:01:27Z</dcterms:modified>
</cp:coreProperties>
</file>